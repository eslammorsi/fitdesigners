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driana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svg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12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39.svg"/><Relationship Id="rId5" Type="http://schemas.openxmlformats.org/officeDocument/2006/relationships/image" Target="../media/image35.svg"/><Relationship Id="rId10" Type="http://schemas.openxmlformats.org/officeDocument/2006/relationships/image" Target="../media/image38.png"/><Relationship Id="rId4" Type="http://schemas.openxmlformats.org/officeDocument/2006/relationships/image" Target="../media/image34.png"/><Relationship Id="rId9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48" b="-924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755149" y="488013"/>
            <a:ext cx="1882681" cy="1081374"/>
            <a:chOff x="0" y="0"/>
            <a:chExt cx="2510241" cy="14418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10282" cy="1441831"/>
            </a:xfrm>
            <a:custGeom>
              <a:avLst/>
              <a:gdLst/>
              <a:ahLst/>
              <a:cxnLst/>
              <a:rect l="l" t="t" r="r" b="b"/>
              <a:pathLst>
                <a:path w="2510282" h="1441831">
                  <a:moveTo>
                    <a:pt x="0" y="0"/>
                  </a:moveTo>
                  <a:lnTo>
                    <a:pt x="2510282" y="0"/>
                  </a:lnTo>
                  <a:lnTo>
                    <a:pt x="2510282" y="1441831"/>
                  </a:lnTo>
                  <a:lnTo>
                    <a:pt x="0" y="1441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373608" y="5420401"/>
            <a:ext cx="4885692" cy="2407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247"/>
              </a:lnSpc>
            </a:pPr>
            <a:r>
              <a:rPr lang="en-US" sz="7223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PRIME</a:t>
            </a:r>
          </a:p>
          <a:p>
            <a:pPr algn="r">
              <a:lnSpc>
                <a:spcPts val="9247"/>
              </a:lnSpc>
            </a:pPr>
            <a:r>
              <a:rPr lang="en-US" sz="7223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FITNESS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91310" y="7799383"/>
            <a:ext cx="7496690" cy="403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4"/>
              </a:lnSpc>
            </a:pPr>
            <a:r>
              <a:rPr lang="en-US" sz="2292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PRIME YOUR FITNESS. PRIME YOUR LIFE.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9271635"/>
            <a:ext cx="2093952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CREDIT: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53182" y="9281160"/>
            <a:ext cx="2881908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ISLAM AYMAN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07476" y="9281160"/>
            <a:ext cx="3684032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YOUSSEF YASSER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63007" y="9281160"/>
            <a:ext cx="2982278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KENZY HAZEM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932217" y="9281160"/>
            <a:ext cx="3327083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ROMANY NAZMY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144000" y="1028700"/>
            <a:ext cx="9144000" cy="8229600"/>
            <a:chOff x="0" y="0"/>
            <a:chExt cx="12192000" cy="10972800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2192000" cy="10972800"/>
            </a:xfrm>
            <a:custGeom>
              <a:avLst/>
              <a:gdLst/>
              <a:ahLst/>
              <a:cxnLst/>
              <a:rect l="l" t="t" r="r" b="b"/>
              <a:pathLst>
                <a:path w="12192000" h="10972800">
                  <a:moveTo>
                    <a:pt x="12192000" y="0"/>
                  </a:moveTo>
                  <a:lnTo>
                    <a:pt x="0" y="0"/>
                  </a:lnTo>
                  <a:lnTo>
                    <a:pt x="0" y="10972800"/>
                  </a:lnTo>
                  <a:lnTo>
                    <a:pt x="12192000" y="10972800"/>
                  </a:lnTo>
                  <a:lnTo>
                    <a:pt x="12192000" y="0"/>
                  </a:lnTo>
                  <a:close/>
                </a:path>
              </a:pathLst>
            </a:custGeom>
            <a:blipFill>
              <a:blip r:embed="rId2"/>
              <a:stretch>
                <a:fillRect l="-17479" r="-1748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-152400" y="8669846"/>
            <a:ext cx="6312919" cy="1583969"/>
          </a:xfrm>
          <a:custGeom>
            <a:avLst/>
            <a:gdLst/>
            <a:ahLst/>
            <a:cxnLst/>
            <a:rect l="l" t="t" r="r" b="b"/>
            <a:pathLst>
              <a:path w="7315200" h="183545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116" b="-11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400800" y="4147517"/>
            <a:ext cx="7315200" cy="1542842"/>
          </a:xfrm>
          <a:custGeom>
            <a:avLst/>
            <a:gdLst/>
            <a:ahLst/>
            <a:cxnLst/>
            <a:rect l="l" t="t" r="r" b="b"/>
            <a:pathLst>
              <a:path w="7315200" h="1542842">
                <a:moveTo>
                  <a:pt x="0" y="0"/>
                </a:moveTo>
                <a:lnTo>
                  <a:pt x="7315200" y="0"/>
                </a:lnTo>
                <a:lnTo>
                  <a:pt x="7315200" y="1542842"/>
                </a:lnTo>
                <a:lnTo>
                  <a:pt x="0" y="15428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49" b="-2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5726681" cy="1436876"/>
          </a:xfrm>
          <a:custGeom>
            <a:avLst/>
            <a:gdLst/>
            <a:ahLst/>
            <a:cxnLst/>
            <a:rect l="l" t="t" r="r" b="b"/>
            <a:pathLst>
              <a:path w="7315200" h="183545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116" b="-11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218870" y="5518909"/>
            <a:ext cx="6698886" cy="123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40"/>
              </a:lnSpc>
            </a:pPr>
            <a:r>
              <a:rPr lang="en-US" sz="7031" spc="35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CAMPAING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6199" y="3613909"/>
            <a:ext cx="4954320" cy="207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sz="670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WelcoME To Our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00" y="8688924"/>
            <a:ext cx="6314236" cy="1584300"/>
          </a:xfrm>
          <a:custGeom>
            <a:avLst/>
            <a:gdLst/>
            <a:ahLst/>
            <a:cxnLst/>
            <a:rect l="l" t="t" r="r" b="b"/>
            <a:pathLst>
              <a:path w="7629415" h="1914290">
                <a:moveTo>
                  <a:pt x="0" y="0"/>
                </a:moveTo>
                <a:lnTo>
                  <a:pt x="7629415" y="0"/>
                </a:lnTo>
                <a:lnTo>
                  <a:pt x="7629415" y="1914290"/>
                </a:lnTo>
                <a:lnTo>
                  <a:pt x="0" y="1914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249" b="-12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460361" y="11924"/>
            <a:ext cx="4920277" cy="1234542"/>
          </a:xfrm>
          <a:custGeom>
            <a:avLst/>
            <a:gdLst/>
            <a:ahLst/>
            <a:cxnLst/>
            <a:rect l="l" t="t" r="r" b="b"/>
            <a:pathLst>
              <a:path w="7315200" h="183545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16" b="-11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388358" y="2886600"/>
            <a:ext cx="6870942" cy="498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3"/>
              </a:lnSpc>
            </a:pPr>
            <a:r>
              <a:rPr lang="en-US" sz="2667" spc="66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ABOUT US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383595" y="3566564"/>
            <a:ext cx="6880467" cy="47625"/>
            <a:chOff x="0" y="0"/>
            <a:chExt cx="9173956" cy="63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78290" cy="67818"/>
            </a:xfrm>
            <a:custGeom>
              <a:avLst/>
              <a:gdLst/>
              <a:ahLst/>
              <a:cxnLst/>
              <a:rect l="l" t="t" r="r" b="b"/>
              <a:pathLst>
                <a:path w="9178290" h="67818">
                  <a:moveTo>
                    <a:pt x="8509" y="0"/>
                  </a:moveTo>
                  <a:lnTo>
                    <a:pt x="9169781" y="0"/>
                  </a:lnTo>
                  <a:cubicBezTo>
                    <a:pt x="9174480" y="0"/>
                    <a:pt x="9178290" y="19050"/>
                    <a:pt x="9178290" y="42545"/>
                  </a:cubicBezTo>
                  <a:cubicBezTo>
                    <a:pt x="9178290" y="64008"/>
                    <a:pt x="9174480" y="67818"/>
                    <a:pt x="9169781" y="67818"/>
                  </a:cubicBezTo>
                  <a:lnTo>
                    <a:pt x="8509" y="67818"/>
                  </a:lnTo>
                  <a:cubicBezTo>
                    <a:pt x="3810" y="67691"/>
                    <a:pt x="0" y="63881"/>
                    <a:pt x="0" y="42545"/>
                  </a:cubicBezTo>
                  <a:cubicBezTo>
                    <a:pt x="0" y="19685"/>
                    <a:pt x="3810" y="0"/>
                    <a:pt x="8509" y="0"/>
                  </a:cubicBezTo>
                  <a:close/>
                </a:path>
              </a:pathLst>
            </a:custGeom>
            <a:solidFill>
              <a:srgbClr val="FFC3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383595" y="4413313"/>
            <a:ext cx="6880467" cy="47625"/>
            <a:chOff x="0" y="0"/>
            <a:chExt cx="9173956" cy="63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178290" cy="67818"/>
            </a:xfrm>
            <a:custGeom>
              <a:avLst/>
              <a:gdLst/>
              <a:ahLst/>
              <a:cxnLst/>
              <a:rect l="l" t="t" r="r" b="b"/>
              <a:pathLst>
                <a:path w="9178290" h="67818">
                  <a:moveTo>
                    <a:pt x="8509" y="0"/>
                  </a:moveTo>
                  <a:lnTo>
                    <a:pt x="9169781" y="0"/>
                  </a:lnTo>
                  <a:cubicBezTo>
                    <a:pt x="9174480" y="0"/>
                    <a:pt x="9178290" y="19050"/>
                    <a:pt x="9178290" y="42545"/>
                  </a:cubicBezTo>
                  <a:cubicBezTo>
                    <a:pt x="9178290" y="64008"/>
                    <a:pt x="9174480" y="67818"/>
                    <a:pt x="9169781" y="67818"/>
                  </a:cubicBezTo>
                  <a:lnTo>
                    <a:pt x="8509" y="67818"/>
                  </a:lnTo>
                  <a:cubicBezTo>
                    <a:pt x="3810" y="67691"/>
                    <a:pt x="0" y="63881"/>
                    <a:pt x="0" y="42545"/>
                  </a:cubicBezTo>
                  <a:cubicBezTo>
                    <a:pt x="0" y="19685"/>
                    <a:pt x="3810" y="0"/>
                    <a:pt x="8509" y="0"/>
                  </a:cubicBezTo>
                  <a:close/>
                </a:path>
              </a:pathLst>
            </a:custGeom>
            <a:solidFill>
              <a:srgbClr val="FFC3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383595" y="5261039"/>
            <a:ext cx="6880467" cy="47625"/>
            <a:chOff x="0" y="0"/>
            <a:chExt cx="9173956" cy="63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78290" cy="67818"/>
            </a:xfrm>
            <a:custGeom>
              <a:avLst/>
              <a:gdLst/>
              <a:ahLst/>
              <a:cxnLst/>
              <a:rect l="l" t="t" r="r" b="b"/>
              <a:pathLst>
                <a:path w="9178290" h="67818">
                  <a:moveTo>
                    <a:pt x="8509" y="0"/>
                  </a:moveTo>
                  <a:lnTo>
                    <a:pt x="9169781" y="0"/>
                  </a:lnTo>
                  <a:cubicBezTo>
                    <a:pt x="9174480" y="0"/>
                    <a:pt x="9178290" y="19050"/>
                    <a:pt x="9178290" y="42545"/>
                  </a:cubicBezTo>
                  <a:cubicBezTo>
                    <a:pt x="9178290" y="64008"/>
                    <a:pt x="9174480" y="67818"/>
                    <a:pt x="9169781" y="67818"/>
                  </a:cubicBezTo>
                  <a:lnTo>
                    <a:pt x="8509" y="67818"/>
                  </a:lnTo>
                  <a:cubicBezTo>
                    <a:pt x="3810" y="67691"/>
                    <a:pt x="0" y="63881"/>
                    <a:pt x="0" y="42545"/>
                  </a:cubicBezTo>
                  <a:cubicBezTo>
                    <a:pt x="0" y="19685"/>
                    <a:pt x="3810" y="0"/>
                    <a:pt x="8509" y="0"/>
                  </a:cubicBezTo>
                  <a:close/>
                </a:path>
              </a:pathLst>
            </a:custGeom>
            <a:solidFill>
              <a:srgbClr val="FFC3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83595" y="6108764"/>
            <a:ext cx="6880467" cy="47625"/>
            <a:chOff x="0" y="0"/>
            <a:chExt cx="9173956" cy="63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78290" cy="67818"/>
            </a:xfrm>
            <a:custGeom>
              <a:avLst/>
              <a:gdLst/>
              <a:ahLst/>
              <a:cxnLst/>
              <a:rect l="l" t="t" r="r" b="b"/>
              <a:pathLst>
                <a:path w="9178290" h="67818">
                  <a:moveTo>
                    <a:pt x="8509" y="0"/>
                  </a:moveTo>
                  <a:lnTo>
                    <a:pt x="9169781" y="0"/>
                  </a:lnTo>
                  <a:cubicBezTo>
                    <a:pt x="9174480" y="0"/>
                    <a:pt x="9178290" y="19050"/>
                    <a:pt x="9178290" y="42545"/>
                  </a:cubicBezTo>
                  <a:cubicBezTo>
                    <a:pt x="9178290" y="64008"/>
                    <a:pt x="9174480" y="67818"/>
                    <a:pt x="9169781" y="67818"/>
                  </a:cubicBezTo>
                  <a:lnTo>
                    <a:pt x="8509" y="67818"/>
                  </a:lnTo>
                  <a:cubicBezTo>
                    <a:pt x="3810" y="67691"/>
                    <a:pt x="0" y="63881"/>
                    <a:pt x="0" y="42545"/>
                  </a:cubicBezTo>
                  <a:cubicBezTo>
                    <a:pt x="0" y="19685"/>
                    <a:pt x="3810" y="0"/>
                    <a:pt x="8509" y="0"/>
                  </a:cubicBezTo>
                  <a:close/>
                </a:path>
              </a:pathLst>
            </a:custGeom>
            <a:solidFill>
              <a:srgbClr val="FFC3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383595" y="7804214"/>
            <a:ext cx="6880467" cy="47625"/>
            <a:chOff x="0" y="0"/>
            <a:chExt cx="9173956" cy="63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178290" cy="67818"/>
            </a:xfrm>
            <a:custGeom>
              <a:avLst/>
              <a:gdLst/>
              <a:ahLst/>
              <a:cxnLst/>
              <a:rect l="l" t="t" r="r" b="b"/>
              <a:pathLst>
                <a:path w="9178290" h="67818">
                  <a:moveTo>
                    <a:pt x="8509" y="0"/>
                  </a:moveTo>
                  <a:lnTo>
                    <a:pt x="9169781" y="0"/>
                  </a:lnTo>
                  <a:cubicBezTo>
                    <a:pt x="9174480" y="0"/>
                    <a:pt x="9178290" y="19050"/>
                    <a:pt x="9178290" y="42545"/>
                  </a:cubicBezTo>
                  <a:cubicBezTo>
                    <a:pt x="9178290" y="64008"/>
                    <a:pt x="9174480" y="67818"/>
                    <a:pt x="9169781" y="67818"/>
                  </a:cubicBezTo>
                  <a:lnTo>
                    <a:pt x="8509" y="67818"/>
                  </a:lnTo>
                  <a:cubicBezTo>
                    <a:pt x="3810" y="67691"/>
                    <a:pt x="0" y="63881"/>
                    <a:pt x="0" y="42545"/>
                  </a:cubicBezTo>
                  <a:cubicBezTo>
                    <a:pt x="0" y="19685"/>
                    <a:pt x="3810" y="0"/>
                    <a:pt x="8509" y="0"/>
                  </a:cubicBezTo>
                  <a:close/>
                </a:path>
              </a:pathLst>
            </a:custGeom>
            <a:solidFill>
              <a:srgbClr val="FFC3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383595" y="6956489"/>
            <a:ext cx="6880467" cy="47625"/>
            <a:chOff x="0" y="0"/>
            <a:chExt cx="9173956" cy="63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178290" cy="67818"/>
            </a:xfrm>
            <a:custGeom>
              <a:avLst/>
              <a:gdLst/>
              <a:ahLst/>
              <a:cxnLst/>
              <a:rect l="l" t="t" r="r" b="b"/>
              <a:pathLst>
                <a:path w="9178290" h="67818">
                  <a:moveTo>
                    <a:pt x="8509" y="0"/>
                  </a:moveTo>
                  <a:lnTo>
                    <a:pt x="9169781" y="0"/>
                  </a:lnTo>
                  <a:cubicBezTo>
                    <a:pt x="9174480" y="0"/>
                    <a:pt x="9178290" y="19050"/>
                    <a:pt x="9178290" y="42545"/>
                  </a:cubicBezTo>
                  <a:cubicBezTo>
                    <a:pt x="9178290" y="64008"/>
                    <a:pt x="9174480" y="67818"/>
                    <a:pt x="9169781" y="67818"/>
                  </a:cubicBezTo>
                  <a:lnTo>
                    <a:pt x="8509" y="67818"/>
                  </a:lnTo>
                  <a:cubicBezTo>
                    <a:pt x="3810" y="67691"/>
                    <a:pt x="0" y="63881"/>
                    <a:pt x="0" y="42545"/>
                  </a:cubicBezTo>
                  <a:cubicBezTo>
                    <a:pt x="0" y="19685"/>
                    <a:pt x="3810" y="0"/>
                    <a:pt x="8509" y="0"/>
                  </a:cubicBezTo>
                  <a:close/>
                </a:path>
              </a:pathLst>
            </a:custGeom>
            <a:solidFill>
              <a:srgbClr val="FFC3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388358" y="4628560"/>
            <a:ext cx="4193619" cy="395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669" dirty="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VISION AND MISSION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88358" y="5461063"/>
            <a:ext cx="4319232" cy="395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669" dirty="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TARGET DYMOGRAHIP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18244" y="6308788"/>
            <a:ext cx="4516956" cy="395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669" dirty="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MARKETING METHODS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18244" y="7175564"/>
            <a:ext cx="3450156" cy="395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669" dirty="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How to find us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18244" y="8042339"/>
            <a:ext cx="3069156" cy="376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656" dirty="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CONUCLOUSION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376673" y="3927633"/>
            <a:ext cx="5658943" cy="3250385"/>
            <a:chOff x="0" y="0"/>
            <a:chExt cx="7545257" cy="433384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545197" cy="4333875"/>
            </a:xfrm>
            <a:custGeom>
              <a:avLst/>
              <a:gdLst/>
              <a:ahLst/>
              <a:cxnLst/>
              <a:rect l="l" t="t" r="r" b="b"/>
              <a:pathLst>
                <a:path w="7545197" h="4333875">
                  <a:moveTo>
                    <a:pt x="0" y="0"/>
                  </a:moveTo>
                  <a:lnTo>
                    <a:pt x="7545197" y="0"/>
                  </a:lnTo>
                  <a:lnTo>
                    <a:pt x="7545197" y="4333875"/>
                  </a:lnTo>
                  <a:lnTo>
                    <a:pt x="0" y="4333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376673" y="805926"/>
            <a:ext cx="7767327" cy="201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Table Of Content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80554" y="3776282"/>
            <a:ext cx="3616446" cy="4408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38"/>
              </a:lnSpc>
            </a:pPr>
            <a:r>
              <a:rPr lang="en-US" sz="2670" dirty="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OUR MOODBOARD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568665"/>
            <a:ext cx="18288000" cy="3379271"/>
            <a:chOff x="0" y="0"/>
            <a:chExt cx="24384000" cy="45056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4505706"/>
            </a:xfrm>
            <a:custGeom>
              <a:avLst/>
              <a:gdLst/>
              <a:ahLst/>
              <a:cxnLst/>
              <a:rect l="l" t="t" r="r" b="b"/>
              <a:pathLst>
                <a:path w="24384000" h="4505706">
                  <a:moveTo>
                    <a:pt x="0" y="0"/>
                  </a:moveTo>
                  <a:lnTo>
                    <a:pt x="24384000" y="0"/>
                  </a:lnTo>
                  <a:lnTo>
                    <a:pt x="24384000" y="4505706"/>
                  </a:lnTo>
                  <a:lnTo>
                    <a:pt x="0" y="4505706"/>
                  </a:lnTo>
                  <a:close/>
                </a:path>
              </a:pathLst>
            </a:custGeom>
            <a:blipFill>
              <a:blip r:embed="rId2"/>
              <a:stretch>
                <a:fillRect t="-130633" b="-1306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0572004" y="247123"/>
            <a:ext cx="7315200" cy="984227"/>
          </a:xfrm>
          <a:custGeom>
            <a:avLst/>
            <a:gdLst/>
            <a:ahLst/>
            <a:cxnLst/>
            <a:rect l="l" t="t" r="r" b="b"/>
            <a:pathLst>
              <a:path w="7315200" h="984227">
                <a:moveTo>
                  <a:pt x="0" y="0"/>
                </a:moveTo>
                <a:lnTo>
                  <a:pt x="7315200" y="0"/>
                </a:lnTo>
                <a:lnTo>
                  <a:pt x="7315200" y="984227"/>
                </a:lnTo>
                <a:lnTo>
                  <a:pt x="0" y="9842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259" b="-2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16571" y="1889584"/>
            <a:ext cx="6896716" cy="333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What TO Know About Us?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27869" y="1622884"/>
            <a:ext cx="5961411" cy="521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3"/>
              </a:lnSpc>
            </a:pPr>
            <a:r>
              <a:rPr lang="en-US" sz="3265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We at prime fitness believe that your fitness is as important as anything else in your life that is why we decided to help you to achieve your prime fitness.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5447" y="1498149"/>
            <a:ext cx="4417579" cy="4532765"/>
          </a:xfrm>
          <a:custGeom>
            <a:avLst/>
            <a:gdLst/>
            <a:ahLst/>
            <a:cxnLst/>
            <a:rect l="l" t="t" r="r" b="b"/>
            <a:pathLst>
              <a:path w="4417579" h="4532765">
                <a:moveTo>
                  <a:pt x="0" y="0"/>
                </a:moveTo>
                <a:lnTo>
                  <a:pt x="4417580" y="0"/>
                </a:lnTo>
                <a:lnTo>
                  <a:pt x="4417580" y="4532766"/>
                </a:lnTo>
                <a:lnTo>
                  <a:pt x="0" y="4532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438025" y="3764532"/>
            <a:ext cx="4321035" cy="4532765"/>
          </a:xfrm>
          <a:custGeom>
            <a:avLst/>
            <a:gdLst/>
            <a:ahLst/>
            <a:cxnLst/>
            <a:rect l="l" t="t" r="r" b="b"/>
            <a:pathLst>
              <a:path w="4321035" h="4532765">
                <a:moveTo>
                  <a:pt x="0" y="0"/>
                </a:moveTo>
                <a:lnTo>
                  <a:pt x="4321035" y="0"/>
                </a:lnTo>
                <a:lnTo>
                  <a:pt x="4321035" y="4532765"/>
                </a:lnTo>
                <a:lnTo>
                  <a:pt x="0" y="4532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324058" y="1364551"/>
            <a:ext cx="4230581" cy="4532765"/>
          </a:xfrm>
          <a:custGeom>
            <a:avLst/>
            <a:gdLst/>
            <a:ahLst/>
            <a:cxnLst/>
            <a:rect l="l" t="t" r="r" b="b"/>
            <a:pathLst>
              <a:path w="4230581" h="4532765">
                <a:moveTo>
                  <a:pt x="0" y="0"/>
                </a:moveTo>
                <a:lnTo>
                  <a:pt x="4230581" y="0"/>
                </a:lnTo>
                <a:lnTo>
                  <a:pt x="4230581" y="4532765"/>
                </a:lnTo>
                <a:lnTo>
                  <a:pt x="0" y="4532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59821" y="6367323"/>
            <a:ext cx="3608831" cy="3608831"/>
          </a:xfrm>
          <a:custGeom>
            <a:avLst/>
            <a:gdLst/>
            <a:ahLst/>
            <a:cxnLst/>
            <a:rect l="l" t="t" r="r" b="b"/>
            <a:pathLst>
              <a:path w="3608831" h="3608831">
                <a:moveTo>
                  <a:pt x="0" y="0"/>
                </a:moveTo>
                <a:lnTo>
                  <a:pt x="3608832" y="0"/>
                </a:lnTo>
                <a:lnTo>
                  <a:pt x="3608832" y="3608831"/>
                </a:lnTo>
                <a:lnTo>
                  <a:pt x="0" y="36088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636736" y="6367323"/>
            <a:ext cx="3605226" cy="3608831"/>
          </a:xfrm>
          <a:custGeom>
            <a:avLst/>
            <a:gdLst/>
            <a:ahLst/>
            <a:cxnLst/>
            <a:rect l="l" t="t" r="r" b="b"/>
            <a:pathLst>
              <a:path w="3605226" h="3608831">
                <a:moveTo>
                  <a:pt x="0" y="0"/>
                </a:moveTo>
                <a:lnTo>
                  <a:pt x="3605226" y="0"/>
                </a:lnTo>
                <a:lnTo>
                  <a:pt x="3605226" y="3608831"/>
                </a:lnTo>
                <a:lnTo>
                  <a:pt x="0" y="36088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41647" y="-22924"/>
            <a:ext cx="10272951" cy="138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OUR MOODBOARD: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1020" y="3224402"/>
            <a:ext cx="13181615" cy="83254"/>
            <a:chOff x="0" y="0"/>
            <a:chExt cx="17575487" cy="111005"/>
          </a:xfrm>
        </p:grpSpPr>
        <p:sp>
          <p:nvSpPr>
            <p:cNvPr id="3" name="Freeform 3"/>
            <p:cNvSpPr/>
            <p:nvPr/>
          </p:nvSpPr>
          <p:spPr>
            <a:xfrm>
              <a:off x="25273" y="0"/>
              <a:ext cx="17524857" cy="110998"/>
            </a:xfrm>
            <a:custGeom>
              <a:avLst/>
              <a:gdLst/>
              <a:ahLst/>
              <a:cxnLst/>
              <a:rect l="l" t="t" r="r" b="b"/>
              <a:pathLst>
                <a:path w="17524857" h="110998">
                  <a:moveTo>
                    <a:pt x="0" y="60198"/>
                  </a:moveTo>
                  <a:lnTo>
                    <a:pt x="17524730" y="0"/>
                  </a:lnTo>
                  <a:lnTo>
                    <a:pt x="17524857" y="50800"/>
                  </a:lnTo>
                  <a:lnTo>
                    <a:pt x="254" y="110998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4561987" y="1035771"/>
            <a:ext cx="2697313" cy="2569803"/>
          </a:xfrm>
          <a:custGeom>
            <a:avLst/>
            <a:gdLst/>
            <a:ahLst/>
            <a:cxnLst/>
            <a:rect l="l" t="t" r="r" b="b"/>
            <a:pathLst>
              <a:path w="2697313" h="2569803">
                <a:moveTo>
                  <a:pt x="0" y="0"/>
                </a:moveTo>
                <a:lnTo>
                  <a:pt x="2697313" y="0"/>
                </a:lnTo>
                <a:lnTo>
                  <a:pt x="2697313" y="2569803"/>
                </a:lnTo>
                <a:lnTo>
                  <a:pt x="0" y="2569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6" r="-10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8799200"/>
            <a:ext cx="5929637" cy="1487800"/>
          </a:xfrm>
          <a:custGeom>
            <a:avLst/>
            <a:gdLst/>
            <a:ahLst/>
            <a:cxnLst/>
            <a:rect l="l" t="t" r="r" b="b"/>
            <a:pathLst>
              <a:path w="7315200" h="183545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116" b="-111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5719001" y="8984575"/>
            <a:ext cx="2074323" cy="1191450"/>
            <a:chOff x="0" y="0"/>
            <a:chExt cx="2765764" cy="1588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65806" cy="1588643"/>
            </a:xfrm>
            <a:custGeom>
              <a:avLst/>
              <a:gdLst/>
              <a:ahLst/>
              <a:cxnLst/>
              <a:rect l="l" t="t" r="r" b="b"/>
              <a:pathLst>
                <a:path w="2765806" h="1588643">
                  <a:moveTo>
                    <a:pt x="0" y="0"/>
                  </a:moveTo>
                  <a:lnTo>
                    <a:pt x="2765806" y="0"/>
                  </a:lnTo>
                  <a:lnTo>
                    <a:pt x="2765806" y="1588643"/>
                  </a:lnTo>
                  <a:lnTo>
                    <a:pt x="0" y="1588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809244"/>
            <a:ext cx="13143515" cy="221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25"/>
              </a:lnSpc>
            </a:pPr>
            <a:r>
              <a:rPr lang="en-US" sz="850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Our campaign Vision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05400" y="1681358"/>
            <a:ext cx="8487137" cy="1651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i="1" spc="42" dirty="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And Mission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0070" y="3931743"/>
            <a:ext cx="5383815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62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01. Vision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88400" y="3931743"/>
            <a:ext cx="5383815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62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02. Mission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4506418"/>
            <a:ext cx="4386796" cy="2707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30"/>
              </a:lnSpc>
            </a:pPr>
            <a:r>
              <a:rPr lang="en-US" sz="2165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here in prime fitness believe that everyone</a:t>
            </a:r>
          </a:p>
          <a:p>
            <a:pPr algn="just">
              <a:lnSpc>
                <a:spcPts val="3030"/>
              </a:lnSpc>
            </a:pPr>
            <a:r>
              <a:rPr lang="en-US" sz="2165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deserve a chance to take care of themselves and help them lead a better and healthy life.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88400" y="4506418"/>
            <a:ext cx="5537647" cy="2707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37"/>
              </a:lnSpc>
            </a:pPr>
            <a:r>
              <a:rPr lang="en-US" sz="2169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we look to help them get on the right path to take care of themselves by providing them the access to a wide variety of tools and places for them to start take care of themselves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757060" y="95250"/>
            <a:ext cx="14192279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0"/>
              </a:lnSpc>
            </a:pPr>
            <a:r>
              <a:rPr lang="en-US" sz="5899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03. TARGET DYMOGRAOHIC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076110"/>
            <a:ext cx="18288000" cy="1729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after looking at the statistics we accumulated that people between 15-30 do the least amount of exercise, while another study showed as that 80,2% of Egyptians between the ages of 20-24 never actually exercise and if you ask why are they our target demographic because:  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4680298"/>
            <a:ext cx="13009668" cy="2056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6308" lvl="2" indent="-215436" algn="l">
              <a:lnSpc>
                <a:spcPts val="3958"/>
              </a:lnSpc>
              <a:buFont typeface="Arial"/>
              <a:buChar char="⚬"/>
            </a:pPr>
            <a:r>
              <a:rPr lang="en-US" sz="2826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they spend most of there time on social media which make them a perfect choice for our marketing team to influence them to start exercise and start focusing on their health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3571" y="8592185"/>
            <a:ext cx="14106389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and that brings us to our marketing methods: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0808" y="2643132"/>
            <a:ext cx="7251430" cy="7251430"/>
            <a:chOff x="0" y="0"/>
            <a:chExt cx="9668573" cy="96685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68510" cy="9668510"/>
            </a:xfrm>
            <a:custGeom>
              <a:avLst/>
              <a:gdLst/>
              <a:ahLst/>
              <a:cxnLst/>
              <a:rect l="l" t="t" r="r" b="b"/>
              <a:pathLst>
                <a:path w="9668510" h="9668510">
                  <a:moveTo>
                    <a:pt x="0" y="0"/>
                  </a:moveTo>
                  <a:lnTo>
                    <a:pt x="9668510" y="0"/>
                  </a:lnTo>
                  <a:lnTo>
                    <a:pt x="9668510" y="9668510"/>
                  </a:lnTo>
                  <a:lnTo>
                    <a:pt x="0" y="9668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480997" y="2643132"/>
            <a:ext cx="7251430" cy="7251430"/>
            <a:chOff x="0" y="0"/>
            <a:chExt cx="9668573" cy="96685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68510" cy="9668510"/>
            </a:xfrm>
            <a:custGeom>
              <a:avLst/>
              <a:gdLst/>
              <a:ahLst/>
              <a:cxnLst/>
              <a:rect l="l" t="t" r="r" b="b"/>
              <a:pathLst>
                <a:path w="9668510" h="9668510">
                  <a:moveTo>
                    <a:pt x="0" y="0"/>
                  </a:moveTo>
                  <a:lnTo>
                    <a:pt x="9668510" y="0"/>
                  </a:lnTo>
                  <a:lnTo>
                    <a:pt x="9668510" y="9668510"/>
                  </a:lnTo>
                  <a:lnTo>
                    <a:pt x="0" y="9668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0" y="-342900"/>
            <a:ext cx="15876052" cy="2986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32"/>
              </a:lnSpc>
            </a:pPr>
            <a:r>
              <a:rPr lang="en-US" sz="8022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4. marketing methods: </a:t>
            </a:r>
          </a:p>
          <a:p>
            <a:pPr algn="l">
              <a:lnSpc>
                <a:spcPts val="11232"/>
              </a:lnSpc>
            </a:pPr>
            <a:endParaRPr lang="en-US" sz="8022">
              <a:solidFill>
                <a:srgbClr val="FFFFFF"/>
              </a:solidFill>
              <a:latin typeface="Adriana"/>
              <a:ea typeface="Adriana"/>
              <a:cs typeface="Adriana"/>
              <a:sym typeface="Adriana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0" y="1207266"/>
            <a:ext cx="10199846" cy="47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we primarily focused in four marketing methods: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985" y="1720159"/>
            <a:ext cx="217646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1.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8454" y="1812234"/>
            <a:ext cx="4125158" cy="574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90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social media ads: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039" y="9834832"/>
            <a:ext cx="7315200" cy="452212"/>
          </a:xfrm>
          <a:custGeom>
            <a:avLst/>
            <a:gdLst/>
            <a:ahLst/>
            <a:cxnLst/>
            <a:rect l="l" t="t" r="r" b="b"/>
            <a:pathLst>
              <a:path w="7315200" h="452212">
                <a:moveTo>
                  <a:pt x="0" y="0"/>
                </a:moveTo>
                <a:lnTo>
                  <a:pt x="7315200" y="0"/>
                </a:lnTo>
                <a:lnTo>
                  <a:pt x="7315200" y="452212"/>
                </a:lnTo>
                <a:lnTo>
                  <a:pt x="0" y="452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51" b="-5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972800" y="-44"/>
            <a:ext cx="7315200" cy="452212"/>
          </a:xfrm>
          <a:custGeom>
            <a:avLst/>
            <a:gdLst/>
            <a:ahLst/>
            <a:cxnLst/>
            <a:rect l="l" t="t" r="r" b="b"/>
            <a:pathLst>
              <a:path w="7315200" h="452212">
                <a:moveTo>
                  <a:pt x="0" y="0"/>
                </a:moveTo>
                <a:lnTo>
                  <a:pt x="7315200" y="0"/>
                </a:lnTo>
                <a:lnTo>
                  <a:pt x="7315200" y="452212"/>
                </a:lnTo>
                <a:lnTo>
                  <a:pt x="0" y="452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51" b="-55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7086300" y="887618"/>
            <a:ext cx="4473585" cy="8947170"/>
            <a:chOff x="0" y="0"/>
            <a:chExt cx="5964780" cy="11929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64809" cy="11929618"/>
            </a:xfrm>
            <a:custGeom>
              <a:avLst/>
              <a:gdLst/>
              <a:ahLst/>
              <a:cxnLst/>
              <a:rect l="l" t="t" r="r" b="b"/>
              <a:pathLst>
                <a:path w="5964809" h="11929618">
                  <a:moveTo>
                    <a:pt x="0" y="0"/>
                  </a:moveTo>
                  <a:lnTo>
                    <a:pt x="5964809" y="0"/>
                  </a:lnTo>
                  <a:lnTo>
                    <a:pt x="5964809" y="11929618"/>
                  </a:lnTo>
                  <a:lnTo>
                    <a:pt x="0" y="11929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18164" y="811418"/>
            <a:ext cx="2996208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2. flyers 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7336559" y="-988090"/>
            <a:ext cx="17601622" cy="3957381"/>
          </a:xfrm>
          <a:custGeom>
            <a:avLst/>
            <a:gdLst/>
            <a:ahLst/>
            <a:cxnLst/>
            <a:rect l="l" t="t" r="r" b="b"/>
            <a:pathLst>
              <a:path w="17601622" h="3957381">
                <a:moveTo>
                  <a:pt x="0" y="3957381"/>
                </a:moveTo>
                <a:lnTo>
                  <a:pt x="17601622" y="3957381"/>
                </a:lnTo>
                <a:lnTo>
                  <a:pt x="17601622" y="0"/>
                </a:lnTo>
                <a:lnTo>
                  <a:pt x="0" y="0"/>
                </a:lnTo>
                <a:lnTo>
                  <a:pt x="0" y="3957381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4" b="-3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9979" y="8706955"/>
            <a:ext cx="6344579" cy="1591912"/>
          </a:xfrm>
          <a:custGeom>
            <a:avLst/>
            <a:gdLst/>
            <a:ahLst/>
            <a:cxnLst/>
            <a:rect l="l" t="t" r="r" b="b"/>
            <a:pathLst>
              <a:path w="7315200" h="183545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116" b="-11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192000" y="12734"/>
            <a:ext cx="6248400" cy="1567781"/>
          </a:xfrm>
          <a:custGeom>
            <a:avLst/>
            <a:gdLst/>
            <a:ahLst/>
            <a:cxnLst/>
            <a:rect l="l" t="t" r="r" b="b"/>
            <a:pathLst>
              <a:path w="7315200" h="183545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116" b="-111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-19979" y="1987289"/>
            <a:ext cx="4606276" cy="6126240"/>
            <a:chOff x="0" y="0"/>
            <a:chExt cx="6967637" cy="92667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67601" cy="9266853"/>
            </a:xfrm>
            <a:custGeom>
              <a:avLst/>
              <a:gdLst/>
              <a:ahLst/>
              <a:cxnLst/>
              <a:rect l="l" t="t" r="r" b="b"/>
              <a:pathLst>
                <a:path w="6967601" h="9266853">
                  <a:moveTo>
                    <a:pt x="0" y="0"/>
                  </a:moveTo>
                  <a:lnTo>
                    <a:pt x="6967601" y="0"/>
                  </a:lnTo>
                  <a:lnTo>
                    <a:pt x="6967601" y="9266853"/>
                  </a:lnTo>
                  <a:lnTo>
                    <a:pt x="0" y="9266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89" r="-13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4786322" y="1976155"/>
            <a:ext cx="4411530" cy="6334690"/>
          </a:xfrm>
          <a:custGeom>
            <a:avLst/>
            <a:gdLst/>
            <a:ahLst/>
            <a:cxnLst/>
            <a:rect l="l" t="t" r="r" b="b"/>
            <a:pathLst>
              <a:path w="4411530" h="6334690">
                <a:moveTo>
                  <a:pt x="0" y="0"/>
                </a:moveTo>
                <a:lnTo>
                  <a:pt x="4411529" y="0"/>
                </a:lnTo>
                <a:lnTo>
                  <a:pt x="4411529" y="6334690"/>
                </a:lnTo>
                <a:lnTo>
                  <a:pt x="0" y="63346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26" t="-3554" r="-35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401455" y="1976155"/>
            <a:ext cx="4312572" cy="6323556"/>
          </a:xfrm>
          <a:custGeom>
            <a:avLst/>
            <a:gdLst/>
            <a:ahLst/>
            <a:cxnLst/>
            <a:rect l="l" t="t" r="r" b="b"/>
            <a:pathLst>
              <a:path w="4312572" h="6323556">
                <a:moveTo>
                  <a:pt x="0" y="0"/>
                </a:moveTo>
                <a:lnTo>
                  <a:pt x="4312572" y="0"/>
                </a:lnTo>
                <a:lnTo>
                  <a:pt x="4312572" y="6323556"/>
                </a:lnTo>
                <a:lnTo>
                  <a:pt x="0" y="63235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595" r="-15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3914052" y="1987289"/>
            <a:ext cx="4215723" cy="6312422"/>
          </a:xfrm>
          <a:custGeom>
            <a:avLst/>
            <a:gdLst/>
            <a:ahLst/>
            <a:cxnLst/>
            <a:rect l="l" t="t" r="r" b="b"/>
            <a:pathLst>
              <a:path w="4215723" h="6312422">
                <a:moveTo>
                  <a:pt x="0" y="0"/>
                </a:moveTo>
                <a:lnTo>
                  <a:pt x="4215724" y="0"/>
                </a:lnTo>
                <a:lnTo>
                  <a:pt x="4215724" y="6312422"/>
                </a:lnTo>
                <a:lnTo>
                  <a:pt x="0" y="63124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905" r="-290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28700" y="914400"/>
            <a:ext cx="3609261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4. magazines: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2885" y="5360988"/>
            <a:ext cx="5275344" cy="152400"/>
            <a:chOff x="0" y="0"/>
            <a:chExt cx="7033792" cy="203200"/>
          </a:xfrm>
        </p:grpSpPr>
        <p:sp>
          <p:nvSpPr>
            <p:cNvPr id="3" name="Freeform 3"/>
            <p:cNvSpPr/>
            <p:nvPr/>
          </p:nvSpPr>
          <p:spPr>
            <a:xfrm>
              <a:off x="101600" y="0"/>
              <a:ext cx="6830568" cy="203200"/>
            </a:xfrm>
            <a:custGeom>
              <a:avLst/>
              <a:gdLst/>
              <a:ahLst/>
              <a:cxnLst/>
              <a:rect l="l" t="t" r="r" b="b"/>
              <a:pathLst>
                <a:path w="6830568" h="203200">
                  <a:moveTo>
                    <a:pt x="0" y="0"/>
                  </a:moveTo>
                  <a:lnTo>
                    <a:pt x="6830568" y="0"/>
                  </a:lnTo>
                  <a:lnTo>
                    <a:pt x="6830568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C3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2675829" y="0"/>
            <a:ext cx="5597423" cy="1404444"/>
          </a:xfrm>
          <a:custGeom>
            <a:avLst/>
            <a:gdLst/>
            <a:ahLst/>
            <a:cxnLst/>
            <a:rect l="l" t="t" r="r" b="b"/>
            <a:pathLst>
              <a:path w="7315200" h="183545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16" b="-111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8142009" y="6142038"/>
            <a:ext cx="7224832" cy="3830637"/>
            <a:chOff x="0" y="0"/>
            <a:chExt cx="9633109" cy="51075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633077" cy="5107559"/>
            </a:xfrm>
            <a:custGeom>
              <a:avLst/>
              <a:gdLst/>
              <a:ahLst/>
              <a:cxnLst/>
              <a:rect l="l" t="t" r="r" b="b"/>
              <a:pathLst>
                <a:path w="9633077" h="5107559">
                  <a:moveTo>
                    <a:pt x="0" y="0"/>
                  </a:moveTo>
                  <a:lnTo>
                    <a:pt x="9633077" y="0"/>
                  </a:lnTo>
                  <a:lnTo>
                    <a:pt x="9633077" y="5107559"/>
                  </a:lnTo>
                  <a:lnTo>
                    <a:pt x="0" y="5107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868" b="-1286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841600" y="1542165"/>
            <a:ext cx="6325480" cy="3971223"/>
            <a:chOff x="0" y="0"/>
            <a:chExt cx="8433973" cy="52949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433943" cy="5295011"/>
            </a:xfrm>
            <a:custGeom>
              <a:avLst/>
              <a:gdLst/>
              <a:ahLst/>
              <a:cxnLst/>
              <a:rect l="l" t="t" r="r" b="b"/>
              <a:pathLst>
                <a:path w="8433943" h="5295011">
                  <a:moveTo>
                    <a:pt x="0" y="0"/>
                  </a:moveTo>
                  <a:lnTo>
                    <a:pt x="8433943" y="0"/>
                  </a:lnTo>
                  <a:lnTo>
                    <a:pt x="8433943" y="5295011"/>
                  </a:lnTo>
                  <a:lnTo>
                    <a:pt x="0" y="5295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094" b="-309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12329005" y="1542165"/>
            <a:ext cx="5759022" cy="3839348"/>
          </a:xfrm>
          <a:custGeom>
            <a:avLst/>
            <a:gdLst/>
            <a:ahLst/>
            <a:cxnLst/>
            <a:rect l="l" t="t" r="r" b="b"/>
            <a:pathLst>
              <a:path w="5759022" h="3839348">
                <a:moveTo>
                  <a:pt x="0" y="0"/>
                </a:moveTo>
                <a:lnTo>
                  <a:pt x="5759022" y="0"/>
                </a:lnTo>
                <a:lnTo>
                  <a:pt x="5759022" y="3839348"/>
                </a:lnTo>
                <a:lnTo>
                  <a:pt x="0" y="3839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200398" y="-204501"/>
            <a:ext cx="11835107" cy="1558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5.how to find us: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677050" y="3189639"/>
            <a:ext cx="5918954" cy="1189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8"/>
              </a:lnSpc>
            </a:pPr>
            <a:r>
              <a:rPr lang="en-US" sz="3399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our official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 website: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9210" y="7543324"/>
            <a:ext cx="4402693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our mobile app: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0047" y="4339586"/>
            <a:ext cx="507767" cy="507767"/>
          </a:xfrm>
          <a:custGeom>
            <a:avLst/>
            <a:gdLst/>
            <a:ahLst/>
            <a:cxnLst/>
            <a:rect l="l" t="t" r="r" b="b"/>
            <a:pathLst>
              <a:path w="507767" h="507767">
                <a:moveTo>
                  <a:pt x="0" y="0"/>
                </a:moveTo>
                <a:lnTo>
                  <a:pt x="507767" y="0"/>
                </a:lnTo>
                <a:lnTo>
                  <a:pt x="507767" y="507767"/>
                </a:lnTo>
                <a:lnTo>
                  <a:pt x="0" y="50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62693" y="5339698"/>
            <a:ext cx="442477" cy="340305"/>
          </a:xfrm>
          <a:custGeom>
            <a:avLst/>
            <a:gdLst/>
            <a:ahLst/>
            <a:cxnLst/>
            <a:rect l="l" t="t" r="r" b="b"/>
            <a:pathLst>
              <a:path w="442477" h="340305">
                <a:moveTo>
                  <a:pt x="0" y="0"/>
                </a:moveTo>
                <a:lnTo>
                  <a:pt x="442477" y="0"/>
                </a:lnTo>
                <a:lnTo>
                  <a:pt x="442477" y="340305"/>
                </a:lnTo>
                <a:lnTo>
                  <a:pt x="0" y="3403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562" b="-25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36522" y="7223577"/>
            <a:ext cx="294818" cy="456761"/>
          </a:xfrm>
          <a:custGeom>
            <a:avLst/>
            <a:gdLst/>
            <a:ahLst/>
            <a:cxnLst/>
            <a:rect l="l" t="t" r="r" b="b"/>
            <a:pathLst>
              <a:path w="294818" h="456761">
                <a:moveTo>
                  <a:pt x="0" y="0"/>
                </a:moveTo>
                <a:lnTo>
                  <a:pt x="294818" y="0"/>
                </a:lnTo>
                <a:lnTo>
                  <a:pt x="294818" y="456761"/>
                </a:lnTo>
                <a:lnTo>
                  <a:pt x="0" y="4567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9" r="-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7315200" cy="452212"/>
          </a:xfrm>
          <a:custGeom>
            <a:avLst/>
            <a:gdLst/>
            <a:ahLst/>
            <a:cxnLst/>
            <a:rect l="l" t="t" r="r" b="b"/>
            <a:pathLst>
              <a:path w="7315200" h="452212">
                <a:moveTo>
                  <a:pt x="0" y="0"/>
                </a:moveTo>
                <a:lnTo>
                  <a:pt x="7315200" y="0"/>
                </a:lnTo>
                <a:lnTo>
                  <a:pt x="7315200" y="452212"/>
                </a:lnTo>
                <a:lnTo>
                  <a:pt x="0" y="4522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551" b="-5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972800" y="9834788"/>
            <a:ext cx="7315200" cy="452212"/>
          </a:xfrm>
          <a:custGeom>
            <a:avLst/>
            <a:gdLst/>
            <a:ahLst/>
            <a:cxnLst/>
            <a:rect l="l" t="t" r="r" b="b"/>
            <a:pathLst>
              <a:path w="7315200" h="452212">
                <a:moveTo>
                  <a:pt x="0" y="0"/>
                </a:moveTo>
                <a:lnTo>
                  <a:pt x="7315200" y="0"/>
                </a:lnTo>
                <a:lnTo>
                  <a:pt x="7315200" y="452212"/>
                </a:lnTo>
                <a:lnTo>
                  <a:pt x="0" y="4522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551" b="-5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45696" y="6280078"/>
            <a:ext cx="476469" cy="476469"/>
          </a:xfrm>
          <a:custGeom>
            <a:avLst/>
            <a:gdLst/>
            <a:ahLst/>
            <a:cxnLst/>
            <a:rect l="l" t="t" r="r" b="b"/>
            <a:pathLst>
              <a:path w="476469" h="476469">
                <a:moveTo>
                  <a:pt x="0" y="0"/>
                </a:moveTo>
                <a:lnTo>
                  <a:pt x="476469" y="0"/>
                </a:lnTo>
                <a:lnTo>
                  <a:pt x="476469" y="476469"/>
                </a:lnTo>
                <a:lnTo>
                  <a:pt x="0" y="4764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1425999" y="3975682"/>
            <a:ext cx="6408802" cy="3704656"/>
            <a:chOff x="0" y="0"/>
            <a:chExt cx="8545069" cy="49395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545068" cy="4939538"/>
            </a:xfrm>
            <a:custGeom>
              <a:avLst/>
              <a:gdLst/>
              <a:ahLst/>
              <a:cxnLst/>
              <a:rect l="l" t="t" r="r" b="b"/>
              <a:pathLst>
                <a:path w="8545068" h="4939538">
                  <a:moveTo>
                    <a:pt x="0" y="0"/>
                  </a:moveTo>
                  <a:lnTo>
                    <a:pt x="8545068" y="0"/>
                  </a:lnTo>
                  <a:lnTo>
                    <a:pt x="8545068" y="4939538"/>
                  </a:lnTo>
                  <a:lnTo>
                    <a:pt x="0" y="4939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320" r="-32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30047" y="2397477"/>
            <a:ext cx="9416520" cy="134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43"/>
              </a:lnSpc>
            </a:pPr>
            <a:r>
              <a:rPr lang="en-US" sz="7768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Get in Touch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42232" y="4187186"/>
            <a:ext cx="3030736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0123456789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42232" y="5244448"/>
            <a:ext cx="485536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primefitness@email.com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42232" y="6184828"/>
            <a:ext cx="4456747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www.primefitness.net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42232" y="7092878"/>
            <a:ext cx="4334768" cy="5493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xxx-</a:t>
            </a:r>
            <a:r>
              <a:rPr lang="en-US" sz="3399" dirty="0" err="1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xxxx</a:t>
            </a:r>
            <a:r>
              <a:rPr lang="en-US" sz="3399" dirty="0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-</a:t>
            </a:r>
            <a:r>
              <a:rPr lang="en-US" sz="3399" dirty="0" err="1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xxxx</a:t>
            </a:r>
            <a:endParaRPr lang="en-US" sz="3399" dirty="0">
              <a:solidFill>
                <a:srgbClr val="FFFFFF"/>
              </a:solidFill>
              <a:latin typeface="Adriana"/>
              <a:ea typeface="Adriana"/>
              <a:cs typeface="Adriana"/>
              <a:sym typeface="Adri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60057" y="5932096"/>
            <a:ext cx="9367887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4400" spc="739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FOR YOUR ATTENTION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88650" y="4644464"/>
            <a:ext cx="12710701" cy="1428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21"/>
              </a:lnSpc>
            </a:pPr>
            <a:r>
              <a:rPr lang="en-US" sz="14245">
                <a:solidFill>
                  <a:srgbClr val="FFFFFF"/>
                </a:solidFill>
                <a:latin typeface="Adriana"/>
                <a:ea typeface="Adriana"/>
                <a:cs typeface="Adriana"/>
                <a:sym typeface="Adrian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311</Words>
  <Application>Microsoft Office PowerPoint</Application>
  <PresentationFormat>Custom</PresentationFormat>
  <Paragraphs>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Adriana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PrimeFitness.pptx</dc:title>
  <cp:lastModifiedBy>haidy barsoum</cp:lastModifiedBy>
  <cp:revision>2</cp:revision>
  <dcterms:created xsi:type="dcterms:W3CDTF">2006-08-16T00:00:00Z</dcterms:created>
  <dcterms:modified xsi:type="dcterms:W3CDTF">2025-11-16T17:10:10Z</dcterms:modified>
  <dc:identifier>DAG44HoVGXY</dc:identifier>
</cp:coreProperties>
</file>